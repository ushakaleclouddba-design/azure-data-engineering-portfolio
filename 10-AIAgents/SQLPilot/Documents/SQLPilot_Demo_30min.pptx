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0"/>
            <a:ext cx="3047924" cy="1371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0"/>
            <a:ext cx="3047924" cy="137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1" y="0"/>
            <a:ext cx="304792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Migration Agent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· DBA-as-pilot, agent-as-copilot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pPr indent="0" marL="0">
              <a:buNone/>
            </a:pPr>
            <a:r>
              <a:rPr lang="en-US" sz="12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pPr indent="0" marL="0">
              <a:buNone/>
            </a:pPr>
            <a:r>
              <a:rPr lang="en-US" sz="12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SQL Server to Azure is slow and risky.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1525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060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manual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hand-run discovery scripts, eyeball Excel reports, and map findings to Microsoft docs by memory.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8218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218" y="2194560"/>
            <a:ext cx="3515258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2606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3978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choice is opinion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03978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 vs Managed Instance vs SQL Database — picked from gut feel and pricing pages, not evidence.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7797" y="2194560"/>
            <a:ext cx="351525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27797" y="2194560"/>
            <a:ext cx="351525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557" y="26060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3557" y="32461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is a checklist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93557" y="3794760"/>
            <a:ext cx="27837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Provision, restore, validate, hand off. Many steps, easy to skip one. No audit trail when something breaks.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SQLPILOT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runs the migration end-to-end.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on-prem assessment to app-team handoff. The agent invokes tools, consults a knowledge base of Microsoft Learn citations, and logs every decision. The DBA approves at gates and owns the outcome.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40480"/>
            <a:ext cx="2036003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13243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3243" y="3840480"/>
            <a:ext cx="2036003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3243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813243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13243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77846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7846" y="3840480"/>
            <a:ext cx="2036003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7846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77846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7846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42449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42449" y="3840480"/>
            <a:ext cx="2036003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42449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42449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42449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7052" y="3840480"/>
            <a:ext cx="203600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7052" y="3840480"/>
            <a:ext cx="2036003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7052" y="4023360"/>
            <a:ext cx="20360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607052" y="4663440"/>
            <a:ext cx="2036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7052" y="4983480"/>
            <a:ext cx="2036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to Day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the work. The DBA owns the outcome.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18608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318608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5468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09067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Phase 1 findings · normalizes them into the agent's working state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59359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each finding in the KB · picks Microsoft Learn citations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09651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recommended Azure target by reasoning across the verdicts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6344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459943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tools: Terraform · BACKUP/RESTORE · DBCC CHECKDB · handoff document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6636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88720" y="510235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decision is captured in the decision log for audit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324448" y="2103120"/>
            <a:ext cx="5318608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324448" y="2103120"/>
            <a:ext cx="53186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208" y="2423160"/>
            <a:ext cx="457200" cy="457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38848" y="24231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2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208" y="3154680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64528" y="309067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assessment before moving to target decision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0208" y="3657600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964528" y="359359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recommended Azure target — overrides if needed</a:t>
            </a:r>
            <a:endParaRPr lang="en-US" sz="12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0208" y="4160520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64528" y="409651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live migration (provision · restore · validate)</a:t>
            </a:r>
            <a:endParaRPr lang="en-US" sz="12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0208" y="4663440"/>
            <a:ext cx="164592" cy="16459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6964528" y="459943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on the handoff to the application team</a:t>
            </a:r>
            <a:endParaRPr lang="en-US" sz="12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0208" y="5166360"/>
            <a:ext cx="164592" cy="16459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964528" y="5102352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outcome: the DBA is the pilot, the agent is the copilot</a:t>
            </a:r>
            <a:endParaRPr lang="en-US" sz="1200" dirty="0"/>
          </a:p>
        </p:txBody>
      </p:sp>
      <p:sp>
        <p:nvSpPr>
          <p:cNvPr id="33" name="Text 19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34" name="Text 20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Prompt. Model picks a tool. Run it. Loop.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an LLM in a tool-use loop. Each turn, the model sees the goal + the history so far + the available tools, and decides which tool to call next. Results feed back into the next turn. Every choice is recorded.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263644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108960"/>
            <a:ext cx="2636444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83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45004" y="3383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19963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state + tool list sent to the model (Anthropic Messages API).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67964" y="3108960"/>
            <a:ext cx="263644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67964" y="3108960"/>
            <a:ext cx="2636444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338328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64328" y="3383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3688004" y="393192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688004" y="4343400"/>
            <a:ext cx="19963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chooses a tool and the arguments — or says "I'm done".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87288" y="3108960"/>
            <a:ext cx="263644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87288" y="3108960"/>
            <a:ext cx="2636444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33832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83651" y="3383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507328" y="393192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507328" y="4343400"/>
            <a:ext cx="19963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PowerShell runs: Phase1 / decide / terraform / restore / day2 / handoff.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06611" y="3108960"/>
            <a:ext cx="263644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06611" y="3108960"/>
            <a:ext cx="2636444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651" y="338328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002975" y="3383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2"/>
          <p:cNvSpPr/>
          <p:nvPr/>
        </p:nvSpPr>
        <p:spPr>
          <a:xfrm>
            <a:off x="9326651" y="3931920"/>
            <a:ext cx="199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loop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326651" y="4343400"/>
            <a:ext cx="19963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captured to the decision log. Fed back to the model. Next turn.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loops until the model decides the stage is complete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PowerShell-native. No build pipeline. One process.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runs entirely in PowerShell on a Windows host. An HttpListener serves the UI and dispatches to tool scripts. No Node, no React build, no external services beyond Azure.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944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17520"/>
            <a:ext cx="11094415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2724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3127248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— single-file SPA, vanilla JS, served by HttpListener on :8765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944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931920"/>
            <a:ext cx="11094415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4164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4041648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agent.ps1 runs the LLM tool-use loop (Anthropic Messages API) · server.ps1 dispatches /api/* to tool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441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846320"/>
            <a:ext cx="11094415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95604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94560" y="4956048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· Phase1 · decide · terraform · restore · day2 · handoff (all real PowerShell, no mocks)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estate. Find the migration blockers.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Phase 1 assessment wrapper · multi-server via CMS group or single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findings into structured JSON · summarizes counts by severity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a per-server verdict to the Decision stage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assessment before the agent proceeds to target selection.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163970" y="2084832"/>
            <a:ext cx="5552237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home/claude/work/assets/ui_assess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18" y="2011680"/>
            <a:ext cx="5552237" cy="4023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target. Cite Microsoft Learn for every verdict.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finding to a knowledge-base topic (kb.json)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verdicts across Azure VM · Managed Instance · SQL Database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a target and shows the Microsoft Learn citation behind each rule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recommended target. Overrides if needed before authorizing migration.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03036" y="2084832"/>
            <a:ext cx="5713171" cy="4023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/home/claude/work/assets/ui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011680"/>
            <a:ext cx="5713171" cy="4023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an equivalent server in Azure.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· 12 resources · ~7 min · IP returned to the UI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TO URL → RESTORE FROM URL · streams progress to the activity feed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CHECKDB on every user database · page-level integrity verified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Authorizes the live deploy at the gate. Watches the activity feed for anomalies.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0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6400800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148218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6:54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148218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 · M:SS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895637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9895637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DBCC ERRORS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MIGRATION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sub-steps. Three real today. Five Phase 3.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honest about what's wired up. Real sub-steps run live against Azure today; Phase 3 sub-steps are specified and visible in the UI with a deferred badge.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92608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target VM (terraform apply, 12 resources)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865815" y="2994660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65815" y="299466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31012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user databases (BACKUP TO URL → RESTORE FROM URL)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865815" y="3378708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65815" y="337870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694176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941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69417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 logins (SID-preserving via dbatools)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65815" y="3762756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65815" y="376275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078224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SQL Agent jobs (schedules + alerts + operators)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865815" y="4146804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65815" y="414680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462272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622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462272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SSIS packages + SSISDB catalog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865815" y="4530852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65815" y="453085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846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4846320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linked servers · sp_configure · credentials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65815" y="4914900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65815" y="491490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230368"/>
            <a:ext cx="11094415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23036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17320" y="5230368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Azure Backup vault (daily + 15-min log)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865815" y="5298948"/>
            <a:ext cx="640080" cy="2468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65815" y="529894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" y="56144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5614416"/>
            <a:ext cx="9265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(DBCC CHECKDB on all user databases)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865815" y="5682996"/>
            <a:ext cx="640080" cy="24688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65815" y="568299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· 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handoff for the application team.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new connection string · format examples · validation queries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out required app-side changes (encryption, port, TLS)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integrity check results and a sign-off block for audit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4864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document, signs off, copies as email to send to the app team.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00800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6400800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148218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148218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895637" y="3108960"/>
            <a:ext cx="1747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9895637" y="4069080"/>
            <a:ext cx="1747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SIGNED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 ·  DAY TO DAY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Operations — Phase 3 roadmap.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505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dbatools daily health checks · backup status · wait stats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175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953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Hallengren maintenance · index · integrity · backup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Kit (sp_Blitz family) · scheduled runs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23360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9593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· anomaly detection on key metrics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4864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daily DBA report; intervenes on flagged anomalies only.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400800" y="3108960"/>
            <a:ext cx="2621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5600" dirty="0"/>
          </a:p>
        </p:txBody>
      </p:sp>
      <p:sp>
        <p:nvSpPr>
          <p:cNvPr id="17" name="Text 11"/>
          <p:cNvSpPr/>
          <p:nvPr/>
        </p:nvSpPr>
        <p:spPr>
          <a:xfrm>
            <a:off x="6400800" y="4069080"/>
            <a:ext cx="2621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RELEASE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021928" y="3108960"/>
            <a:ext cx="2621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5600" dirty="0"/>
          </a:p>
        </p:txBody>
      </p:sp>
      <p:sp>
        <p:nvSpPr>
          <p:cNvPr id="19" name="Text 13"/>
          <p:cNvSpPr/>
          <p:nvPr/>
        </p:nvSpPr>
        <p:spPr>
          <a:xfrm>
            <a:off x="9021928" y="4069080"/>
            <a:ext cx="2621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TOOLS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decision is logged. Replayable.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chose every tool call you see below. After the demo the DBA can replay the entire run — what the model decided, what it called, what came back. The decision log is the answer to "why did the AI do that?".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94415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11:08:14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run_phase1_assessment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server=Node5   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server · 1 high · 17 medium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68503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11:08:42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consult_kb 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topic=xp_cmdshell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blocker · MS Learn Q&amp;A · ref MI/SQLDB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032504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11:08:51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consult_kb 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topic=clr_strict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 · MS Learn · ref MI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79976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11:08:58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decide_target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candidates=VM,MI,SQLDB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Azure VM (IaaS) · Conditional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727448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11:11:12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apply_terraform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action=apply   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resources · 6m54s · 4.246.61.164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11:19:22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restore_database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db=SQLPilotDemo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 rows · 10s · 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422392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11:19:35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validate_database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scope=all      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DB · 0 errors · passed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769864"/>
            <a:ext cx="103628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11:20:09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generate_handoff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target=app team               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 generated · ready to send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Azure spend is tiny.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Standard_D2as_v7 in westus2. SQL 2022 Developer image. Resources destroyed at end of run — cost meter only ticks while live.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 · WHILE RUNNING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02336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3108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73152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TEARDOWN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demo run costs less than a dollar — even if you leave it running for an hour.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v0.9 demo to v1.0 production.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3545738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finish Migration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31012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logins (SID-preserving)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81304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 jobs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31596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packages + SSISDB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81888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servers + sp_configure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21808"/>
            <a:ext cx="731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vault auto-config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2978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2978" y="2103120"/>
            <a:ext cx="3545738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3018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Day-to-Day Ops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43018" y="331012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1618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dbatools daily health checks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3018" y="381304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1618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Hallengren maintenance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43018" y="431596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1618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Responder Kit (sp_Blitz family)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43018" y="481888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1618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DBA report email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43018" y="5321808"/>
            <a:ext cx="73152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1618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/ anomaly detection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97317" y="2103120"/>
            <a:ext cx="3545738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7317" y="2103120"/>
            <a:ext cx="3545738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7357" y="242316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platform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17357" y="331012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5957" y="31089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 assessment UX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7357" y="381304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5957" y="361188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pipelines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17357" y="431596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45957" y="411480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per target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7357" y="481888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5957" y="461772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Email/Slack/Teams handoff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7357" y="5321808"/>
            <a:ext cx="73152" cy="7315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5957" y="512064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target options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609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11535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3047924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7924" y="6720840"/>
            <a:ext cx="3047924" cy="1371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5848" y="6720840"/>
            <a:ext cx="3047924" cy="137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3771" y="6720840"/>
            <a:ext cx="3047924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SQLPilot v0.9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SQL Server migration  ·  DBA-as-pilot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SQLPilot v0.9 — Demo Preview (30 min)</dc:title>
  <dc:subject>PptxGenJS Presentation</dc:subject>
  <dc:creator>SQLPilot</dc:creator>
  <cp:lastModifiedBy>SQLPilot</cp:lastModifiedBy>
  <cp:revision>1</cp:revision>
  <dcterms:created xsi:type="dcterms:W3CDTF">2026-05-15T19:23:39Z</dcterms:created>
  <dcterms:modified xsi:type="dcterms:W3CDTF">2026-05-15T19:23:39Z</dcterms:modified>
</cp:coreProperties>
</file>