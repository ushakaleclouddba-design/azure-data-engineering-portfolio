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137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1371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137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Migration Agent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· DBA-as-pilot, agent-as-copilot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pPr indent="0" marL="0">
              <a:buNone/>
            </a:pPr>
            <a:r>
              <a:rPr lang="en-US" sz="12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pPr indent="0" marL="0">
              <a:buNone/>
            </a:pPr>
            <a:r>
              <a:rPr lang="en-US" sz="12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SQL Server to Azure is slow and risky.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51525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06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is manual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 hand-run discovery scripts, eyeball Excel reports, and map findings to Microsoft docs by memory.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8218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38218" y="2194560"/>
            <a:ext cx="3515258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2606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3978" y="32461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choice is opinion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3978" y="379476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 vs Managed Instance vs SQL Database — picked from gut feel and pricing pages, not evidence.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27797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27797" y="2194560"/>
            <a:ext cx="3515258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557" y="26060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93557" y="32461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is a checklist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93557" y="379476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Provision, restore, validate, hand off. Many steps, easy to skip one. No audit trail when something breaks.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SQLPILOT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runs the migration end-to-end.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from on-prem assessment to app-team handoff. The agent invokes tools, consults a knowledge base of Microsoft Learn citations, and logs every decision. The DBA approves at gates and owns the outcome.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03600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840480"/>
            <a:ext cx="2036003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98348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3243" y="3840480"/>
            <a:ext cx="203600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3243" y="3840480"/>
            <a:ext cx="2036003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3243" y="402336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813243" y="466344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13243" y="498348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7846" y="3840480"/>
            <a:ext cx="203600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7846" y="3840480"/>
            <a:ext cx="2036003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7846" y="402336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077846" y="466344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7846" y="498348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42449" y="3840480"/>
            <a:ext cx="203600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42449" y="3840480"/>
            <a:ext cx="2036003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2449" y="402336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342449" y="466344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42449" y="498348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07052" y="3840480"/>
            <a:ext cx="203600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7052" y="3840480"/>
            <a:ext cx="2036003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7052" y="402336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607052" y="466344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7052" y="498348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to Day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the work. The DBA owns the outcome.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5318608" cy="4023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531860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2316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2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5468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09067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Phase 1 findings · normalizes them into the agent's working state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59359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each finding in the KB · picks Microsoft Learn citations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60520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409651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recommended Azure target by reasoning across the verdicts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6344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459943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tools: Terraform · BACKUP/RESTORE · DBCC CHECKDB · handoff document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66360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88720" y="510235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decision is captured in the decision log for audit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6324448" y="2103120"/>
            <a:ext cx="5318608" cy="4023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6324448" y="2103120"/>
            <a:ext cx="531860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208" y="2423160"/>
            <a:ext cx="457200" cy="457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238848" y="242316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2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0208" y="3154680"/>
            <a:ext cx="164592" cy="16459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64528" y="309067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the assessment before moving to target decision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0208" y="3657600"/>
            <a:ext cx="164592" cy="16459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964528" y="359359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recommended Azure target — overrides if needed</a:t>
            </a:r>
            <a:endParaRPr lang="en-US" sz="12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0208" y="4160520"/>
            <a:ext cx="164592" cy="16459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964528" y="409651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Authorizes the live migration (provision · restore · validate)</a:t>
            </a:r>
            <a:endParaRPr lang="en-US" sz="12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0208" y="4663440"/>
            <a:ext cx="164592" cy="16459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964528" y="459943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on the handoff to the application team</a:t>
            </a:r>
            <a:endParaRPr lang="en-US" sz="12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0208" y="5166360"/>
            <a:ext cx="164592" cy="164592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964528" y="510235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outcome: the DBA is the pilot, the agent is the copilot</a:t>
            </a:r>
            <a:endParaRPr lang="en-US" sz="1200" dirty="0"/>
          </a:p>
        </p:txBody>
      </p:sp>
      <p:sp>
        <p:nvSpPr>
          <p:cNvPr id="33" name="Text 19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34" name="Text 20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ASSESSMENT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estate. Find the migration blockers.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Phase 1 assessment wrapper · multi-server via CMS group or single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findings into structured JSON · summarizes counts by severity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a per-server verdict to the Decision stage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4864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the assessment before the agent proceeds to target selection.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63970" y="2084832"/>
            <a:ext cx="5552237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/home/claude/work/assets/ui_assess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18" y="2011680"/>
            <a:ext cx="5552237" cy="40233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· 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target. Cite Microsoft Learn for every verdict.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finding to a knowledge-base topic (kb.json)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verdicts across Azure VM · Managed Instance · SQL Database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a target and shows the Microsoft Learn citation behind each rule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4864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recommended target. Overrides if needed before authorizing migration.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03036" y="2084832"/>
            <a:ext cx="5713171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/home/claude/work/assets/ui_dec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2011680"/>
            <a:ext cx="5713171" cy="40233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·  MIGRATION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an equivalent server in Azure.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· 12 resources · ~7 min · IP returned to the UI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TO URL → RESTORE FROM URL · streams progress to the activity feed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DBCC CHECKDB on every user database · page-level integrity verified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4864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Authorizes the live deploy at the gate. Watches the activity feed for anomalies.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0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6400800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148218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6:54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8148218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TIME · M:SS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895637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9895637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DBCC ERRORS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·  MIGRATION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sub-steps. Three real today. Five Phase 3.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honest about what's wired up. Real sub-steps run live against Azure today; Phase 3 sub-steps are specified and visible in the UI with a deferred badge.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9441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926080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target VM (terraform apply, 12 resources)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865815" y="2994660"/>
            <a:ext cx="640080" cy="24688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299466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3101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3310128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user databases (BACKUP TO URL → RESTORE FROM URL)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865815" y="3378708"/>
            <a:ext cx="640080" cy="24688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65815" y="337870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694176"/>
            <a:ext cx="1109441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941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694176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SQL logins (SID-preserving via dbatools)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865815" y="3762756"/>
            <a:ext cx="64008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65815" y="376275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078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4078224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SQL Agent jobs (schedules + alerts + operators)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865815" y="4146804"/>
            <a:ext cx="64008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65815" y="4146804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462272"/>
            <a:ext cx="1109441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622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4462272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SSIS packages + SSISDB catalog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865815" y="4530852"/>
            <a:ext cx="64008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65815" y="453085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4846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17320" y="4846320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linked servers · sp_configure · credentials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65815" y="4914900"/>
            <a:ext cx="64008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65815" y="491490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230368"/>
            <a:ext cx="1109441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2303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17320" y="5230368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Azure Backup vault (daily + 15-min log)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865815" y="5298948"/>
            <a:ext cx="64008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65815" y="529894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" y="56144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17320" y="5614416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(DBCC CHECKDB on all user databases)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865815" y="5682996"/>
            <a:ext cx="640080" cy="24688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65815" y="568299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 ·  HANDOFF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handoff for the application team.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new connection string · format examples · validation queries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out required app-side changes (encryption, port, TLS)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integrity check results and a sign-off block for audit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4864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document, signs off, copies as email to send to the app team.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0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6400800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148218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8148218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EDITS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895637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9895637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SIGNED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 ·  DAY TO 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Operations — Phase 3 roadmap.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dbatools daily health checks · backup status · wait stats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Hallengren maintenance · index · integrity · backup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Responder Kit (sp_Blitz family) · scheduled runs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23360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39593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· anomaly detection on key metrics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4864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8640" y="5257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daily DBA report; intervenes on flagged anomalies only.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400800" y="3108960"/>
            <a:ext cx="2621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5600" dirty="0"/>
          </a:p>
        </p:txBody>
      </p:sp>
      <p:sp>
        <p:nvSpPr>
          <p:cNvPr id="17" name="Text 11"/>
          <p:cNvSpPr/>
          <p:nvPr/>
        </p:nvSpPr>
        <p:spPr>
          <a:xfrm>
            <a:off x="6400800" y="4069080"/>
            <a:ext cx="2621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RELEASE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9021928" y="3108960"/>
            <a:ext cx="2621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5600" dirty="0"/>
          </a:p>
        </p:txBody>
      </p:sp>
      <p:sp>
        <p:nvSpPr>
          <p:cNvPr id="19" name="Text 13"/>
          <p:cNvSpPr/>
          <p:nvPr/>
        </p:nvSpPr>
        <p:spPr>
          <a:xfrm>
            <a:off x="9021928" y="4069080"/>
            <a:ext cx="2621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TOOLS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v0.9 demo to v1.0 production.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3545738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finish Migration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31012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1089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logins (SID-preserving)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81304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1188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jobs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31596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1480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packages + SSISDB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81888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6177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servers + sp_configure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32180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2064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 auto-config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22978" y="210312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2978" y="2103120"/>
            <a:ext cx="3545738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3018" y="242316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Day-to-Day Ops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43018" y="3310128"/>
            <a:ext cx="7315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1618" y="31089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dbatools daily health checks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43018" y="3813048"/>
            <a:ext cx="7315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1618" y="361188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Hallengren maintenance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43018" y="4315968"/>
            <a:ext cx="7315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1618" y="411480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Responder Kit (sp_Blitz family)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43018" y="4818888"/>
            <a:ext cx="7315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1618" y="46177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DBA report email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43018" y="5321808"/>
            <a:ext cx="7315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1618" y="512064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/ anomaly detection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97317" y="210312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7317" y="2103120"/>
            <a:ext cx="3545738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7357" y="242316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platform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17357" y="3310128"/>
            <a:ext cx="73152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45957" y="31089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Multi-server assessment UX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7357" y="3813048"/>
            <a:ext cx="73152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45957" y="361188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pipelines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17357" y="4315968"/>
            <a:ext cx="73152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5957" y="411480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per target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17357" y="4818888"/>
            <a:ext cx="73152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5957" y="46177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Email/Slack/Teams handoff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17357" y="5321808"/>
            <a:ext cx="73152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5957" y="512064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target options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3047924" cy="137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6720840"/>
            <a:ext cx="3047924" cy="1371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5848" y="6720840"/>
            <a:ext cx="3047924" cy="137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3771" y="6720840"/>
            <a:ext cx="3047924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SQL Server migration  ·  DBA-as-pilot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SQLPilot v0.9 — Demo Preview (15 min)</dc:title>
  <dc:subject>PptxGenJS Presentation</dc:subject>
  <dc:creator>SQLPilot</dc:creator>
  <cp:lastModifiedBy>SQLPilot</cp:lastModifiedBy>
  <cp:revision>1</cp:revision>
  <dcterms:created xsi:type="dcterms:W3CDTF">2026-05-15T19:23:39Z</dcterms:created>
  <dcterms:modified xsi:type="dcterms:W3CDTF">2026-05-15T19:23:39Z</dcterms:modified>
</cp:coreProperties>
</file>